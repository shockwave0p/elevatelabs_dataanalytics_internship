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Sales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Task 4 Deliverables • Interactive Dashboard +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Interactive Dashboard Overview</a:t>
            </a:r>
          </a:p>
        </p:txBody>
      </p:sp>
      <p:pic>
        <p:nvPicPr>
          <p:cNvPr id="3" name="Picture 2" descr="2025-11-18T11-24-18.21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</a:t>
            </a:r>
          </a:p>
          <a:p>
            <a:r>
              <a:t>• Total Transactions</a:t>
            </a:r>
          </a:p>
          <a:p>
            <a:r>
              <a:t>• Total Quantity</a:t>
            </a:r>
          </a:p>
          <a:p>
            <a:r>
              <a:t>• Average Order Value (AOV)</a:t>
            </a:r>
          </a:p>
          <a:p>
            <a:r>
              <a:t>• Average Customer 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Peak sales in May 2023</a:t>
            </a:r>
          </a:p>
          <a:p>
            <a:r>
              <a:t>• Electronics is the highest-selling category</a:t>
            </a:r>
          </a:p>
          <a:p>
            <a:r>
              <a:t>• Gender distribution is balanced</a:t>
            </a:r>
          </a:p>
          <a:p>
            <a:r>
              <a:t>• Customers aged 50+ contribute the most</a:t>
            </a:r>
          </a:p>
          <a:p>
            <a:r>
              <a:t>• Sales trend shows stable growth with seasonal peaks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Monthly Sales Trend (Line Chart)</a:t>
            </a:r>
          </a:p>
          <a:p>
            <a:r>
              <a:t>• Sales by Product Category (Bar Chart)</a:t>
            </a:r>
          </a:p>
          <a:p>
            <a:r>
              <a:t>• Sales by Gender (Donut Chart)</a:t>
            </a:r>
          </a:p>
          <a:p>
            <a:r>
              <a:t>• Sales by Age Group (Bar Chart)</a:t>
            </a:r>
          </a:p>
          <a:p>
            <a:r>
              <a:t>• KPI Cards &amp; Top Insights Cards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</Words>
  <Application>Microsoft Office PowerPoint</Application>
  <PresentationFormat>On-screen Show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Key Performance Indicators</vt:lpstr>
      <vt:lpstr>Key Insights</vt:lpstr>
      <vt:lpstr>Dashboard Components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SWARAJ</dc:creator>
  <cp:keywords/>
  <dc:description>generated using python-pptx</dc:description>
  <cp:lastModifiedBy>swaraj gavali</cp:lastModifiedBy>
  <cp:revision>1</cp:revision>
  <dcterms:created xsi:type="dcterms:W3CDTF">2013-01-27T09:14:16Z</dcterms:created>
  <dcterms:modified xsi:type="dcterms:W3CDTF">2025-11-18T11:48:32Z</dcterms:modified>
  <cp:category/>
</cp:coreProperties>
</file>